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997" r:id="rId2"/>
    <p:sldId id="1140" r:id="rId3"/>
    <p:sldId id="1152" r:id="rId4"/>
    <p:sldId id="1153" r:id="rId5"/>
    <p:sldId id="1154" r:id="rId6"/>
    <p:sldId id="1002" r:id="rId7"/>
    <p:sldId id="1144" r:id="rId8"/>
    <p:sldId id="1146" r:id="rId9"/>
    <p:sldId id="1147" r:id="rId10"/>
    <p:sldId id="1148" r:id="rId11"/>
    <p:sldId id="1150" r:id="rId12"/>
    <p:sldId id="1149" r:id="rId13"/>
    <p:sldId id="1151" r:id="rId14"/>
    <p:sldId id="113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~SONG NAME HERE~" id="{62F0BDFA-3914-7E48-ABEF-5ED0C5E54590}">
          <p14:sldIdLst>
            <p14:sldId id="997"/>
            <p14:sldId id="1140"/>
          </p14:sldIdLst>
        </p14:section>
        <p14:section name="~SONG NAME HERE [2nd song]~" id="{FD1644F5-19A7-7543-AB7A-E0EB1E2A13D4}">
          <p14:sldIdLst>
            <p14:sldId id="1152"/>
            <p14:sldId id="1153"/>
          </p14:sldIdLst>
        </p14:section>
        <p14:section name="~BIBLE VERSE~" id="{97BEDCB2-9D02-A642-A31E-F9D09BB0BF63}">
          <p14:sldIdLst>
            <p14:sldId id="1154"/>
          </p14:sldIdLst>
        </p14:section>
        <p14:section name="E.G: I GIVE MY PRAISE" id="{3085C1A8-D2C6-2546-ADDC-2AB1644F071D}">
          <p14:sldIdLst>
            <p14:sldId id="1002"/>
            <p14:sldId id="1144"/>
            <p14:sldId id="1146"/>
            <p14:sldId id="1147"/>
            <p14:sldId id="1148"/>
            <p14:sldId id="1150"/>
            <p14:sldId id="1149"/>
            <p14:sldId id="1151"/>
          </p14:sldIdLst>
        </p14:section>
        <p14:section name="E.G BIBLE VERSE" id="{678AD0D9-4E0D-4646-A672-B4F29332373D}">
          <p14:sldIdLst>
            <p14:sldId id="11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09"/>
    <p:restoredTop sz="94630"/>
  </p:normalViewPr>
  <p:slideViewPr>
    <p:cSldViewPr snapToGrid="0">
      <p:cViewPr varScale="1">
        <p:scale>
          <a:sx n="97" d="100"/>
          <a:sy n="97" d="100"/>
        </p:scale>
        <p:origin x="208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98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7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6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2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5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5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4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4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5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5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B7476-18AB-E046-AA78-AA8263EB939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1F563-8FCC-A547-BE4D-7D5FAB52E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29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4B1-43D7-87BE-AFC9-C2088B6D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7B65EC-4909-A37A-866C-3B7B1BF6AB38}"/>
              </a:ext>
            </a:extLst>
          </p:cNvPr>
          <p:cNvSpPr txBox="1"/>
          <p:nvPr/>
        </p:nvSpPr>
        <p:spPr>
          <a:xfrm>
            <a:off x="0" y="2044008"/>
            <a:ext cx="12192000" cy="276998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54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Song title </a:t>
            </a:r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Song</a:t>
            </a:r>
            <a:r>
              <a:rPr lang="en-US" sz="4800" b="1" spc="300" dirty="0">
                <a:solidFill>
                  <a:srgbClr val="92D050"/>
                </a:solidFill>
                <a:latin typeface="Bebas Neue" panose="020B0606020202050201" pitchFamily="34" charset="0"/>
              </a:rPr>
              <a:t> </a:t>
            </a:r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structure:</a:t>
            </a:r>
            <a:br>
              <a:rPr lang="en-US" sz="8000" b="1" spc="300" dirty="0">
                <a:latin typeface="Bebas Neue" panose="020B0606020202050201" pitchFamily="34" charset="0"/>
              </a:rPr>
            </a:br>
            <a:r>
              <a:rPr lang="en-US" sz="7200" b="1" spc="300" dirty="0">
                <a:latin typeface="Bebas Neue" panose="020B0606020202050201" pitchFamily="34" charset="0"/>
              </a:rPr>
              <a:t>SONG LYRICS </a:t>
            </a:r>
            <a:r>
              <a:rPr lang="en-US" sz="7200" b="1" spc="300" dirty="0" err="1">
                <a:latin typeface="Bebas Neue" panose="020B0606020202050201" pitchFamily="34" charset="0"/>
              </a:rPr>
              <a:t>HERe</a:t>
            </a:r>
            <a:endParaRPr lang="en-US" sz="7200" b="1" spc="300" dirty="0">
              <a:latin typeface="Bebas Neue" panose="020B0606020202050201" pitchFamily="34" charset="0"/>
            </a:endParaRPr>
          </a:p>
          <a:p>
            <a:pPr algn="ctr"/>
            <a:r>
              <a:rPr lang="en-US" sz="4800" b="1" spc="300" dirty="0">
                <a:solidFill>
                  <a:srgbClr val="FF0000"/>
                </a:solidFill>
                <a:latin typeface="Bebas Neue" panose="020B0606020202050201" pitchFamily="34" charset="0"/>
              </a:rPr>
              <a:t>(next/repeat</a:t>
            </a:r>
            <a:r>
              <a:rPr lang="en-US" sz="4800" b="1" spc="300" dirty="0">
                <a:solidFill>
                  <a:srgbClr val="FF0000"/>
                </a:solidFill>
                <a:latin typeface="Bebas Neue" panose="020B0606020202050201" pitchFamily="34" charset="0"/>
                <a:sym typeface="Wingdings" pitchFamily="2" charset="2"/>
              </a:rPr>
              <a:t>):</a:t>
            </a:r>
            <a:r>
              <a:rPr lang="en-US" sz="4800" b="1" spc="300" dirty="0">
                <a:solidFill>
                  <a:srgbClr val="FF0000"/>
                </a:solidFill>
                <a:latin typeface="Bebas Neue" panose="020B0606020202050201" pitchFamily="34" charset="0"/>
              </a:rPr>
              <a:t> </a:t>
            </a:r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song structure (</a:t>
            </a:r>
            <a:r>
              <a:rPr lang="en-US" sz="4800" b="1" spc="300" dirty="0" err="1">
                <a:solidFill>
                  <a:srgbClr val="FFC000"/>
                </a:solidFill>
                <a:latin typeface="Bebas Neue" panose="020B0606020202050201" pitchFamily="34" charset="0"/>
              </a:rPr>
              <a:t>e.g</a:t>
            </a:r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: 2x)</a:t>
            </a:r>
          </a:p>
        </p:txBody>
      </p:sp>
    </p:spTree>
    <p:extLst>
      <p:ext uri="{BB962C8B-B14F-4D97-AF65-F5344CB8AC3E}">
        <p14:creationId xmlns:p14="http://schemas.microsoft.com/office/powerpoint/2010/main" val="2669919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2EE9-5416-3E28-01D1-16A5DBAE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D694D2-51F3-CC24-59B8-A34AFED0B92C}"/>
              </a:ext>
            </a:extLst>
          </p:cNvPr>
          <p:cNvSpPr txBox="1"/>
          <p:nvPr/>
        </p:nvSpPr>
        <p:spPr>
          <a:xfrm>
            <a:off x="0" y="2090174"/>
            <a:ext cx="12192000" cy="267765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song structure: </a:t>
            </a:r>
          </a:p>
          <a:p>
            <a:pPr algn="ctr"/>
            <a:r>
              <a:rPr lang="en-US" sz="7200" b="1" spc="300" dirty="0">
                <a:latin typeface="Bebas Neue" panose="020B0606020202050201" pitchFamily="34" charset="0"/>
              </a:rPr>
              <a:t>SONG LYRICS </a:t>
            </a:r>
            <a:r>
              <a:rPr lang="en-US" sz="7200" b="1" spc="300" dirty="0" err="1">
                <a:latin typeface="Bebas Neue" panose="020B0606020202050201" pitchFamily="34" charset="0"/>
              </a:rPr>
              <a:t>HERe</a:t>
            </a:r>
            <a:endParaRPr lang="en-US" sz="7200" b="1" spc="300" dirty="0">
              <a:latin typeface="Bebas Neue" panose="020B0606020202050201" pitchFamily="34" charset="0"/>
            </a:endParaRPr>
          </a:p>
          <a:p>
            <a:pPr algn="ctr"/>
            <a:r>
              <a:rPr lang="en-US" sz="4800" b="1" spc="300" dirty="0">
                <a:solidFill>
                  <a:srgbClr val="FF0000"/>
                </a:solidFill>
                <a:latin typeface="Bebas Neue" panose="020B0606020202050201" pitchFamily="34" charset="0"/>
              </a:rPr>
              <a:t>Next song: </a:t>
            </a:r>
            <a:r>
              <a:rPr lang="en-US" sz="48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song name</a:t>
            </a:r>
          </a:p>
        </p:txBody>
      </p:sp>
    </p:spTree>
    <p:extLst>
      <p:ext uri="{BB962C8B-B14F-4D97-AF65-F5344CB8AC3E}">
        <p14:creationId xmlns:p14="http://schemas.microsoft.com/office/powerpoint/2010/main" val="1315345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F08D5-EB5F-775E-C129-141DA5F41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EAF07-1332-EE2E-466B-C6B34C62A015}"/>
              </a:ext>
            </a:extLst>
          </p:cNvPr>
          <p:cNvSpPr txBox="1"/>
          <p:nvPr/>
        </p:nvSpPr>
        <p:spPr>
          <a:xfrm>
            <a:off x="0" y="2044008"/>
            <a:ext cx="12192000" cy="276998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54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Song title </a:t>
            </a:r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Song</a:t>
            </a:r>
            <a:r>
              <a:rPr lang="en-US" sz="4800" b="1" spc="300" dirty="0">
                <a:solidFill>
                  <a:srgbClr val="92D050"/>
                </a:solidFill>
                <a:latin typeface="Bebas Neue" panose="020B0606020202050201" pitchFamily="34" charset="0"/>
              </a:rPr>
              <a:t> </a:t>
            </a:r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structure:</a:t>
            </a:r>
            <a:br>
              <a:rPr lang="en-US" sz="8000" b="1" spc="300" dirty="0">
                <a:latin typeface="Bebas Neue" panose="020B0606020202050201" pitchFamily="34" charset="0"/>
              </a:rPr>
            </a:br>
            <a:r>
              <a:rPr lang="en-US" sz="7200" b="1" spc="300" dirty="0">
                <a:latin typeface="Bebas Neue" panose="020B0606020202050201" pitchFamily="34" charset="0"/>
              </a:rPr>
              <a:t>SONG LYRICS </a:t>
            </a:r>
            <a:r>
              <a:rPr lang="en-US" sz="7200" b="1" spc="300" dirty="0" err="1">
                <a:latin typeface="Bebas Neue" panose="020B0606020202050201" pitchFamily="34" charset="0"/>
              </a:rPr>
              <a:t>HERe</a:t>
            </a:r>
            <a:endParaRPr lang="en-US" sz="7200" b="1" spc="300" dirty="0">
              <a:latin typeface="Bebas Neue" panose="020B0606020202050201" pitchFamily="34" charset="0"/>
            </a:endParaRPr>
          </a:p>
          <a:p>
            <a:pPr algn="ctr"/>
            <a:r>
              <a:rPr lang="en-US" sz="4800" b="1" spc="300" dirty="0">
                <a:solidFill>
                  <a:srgbClr val="FF0000"/>
                </a:solidFill>
                <a:latin typeface="Bebas Neue" panose="020B0606020202050201" pitchFamily="34" charset="0"/>
              </a:rPr>
              <a:t>(next/repeat</a:t>
            </a:r>
            <a:r>
              <a:rPr lang="en-US" sz="4800" b="1" spc="300" dirty="0">
                <a:solidFill>
                  <a:srgbClr val="FF0000"/>
                </a:solidFill>
                <a:latin typeface="Bebas Neue" panose="020B0606020202050201" pitchFamily="34" charset="0"/>
                <a:sym typeface="Wingdings" pitchFamily="2" charset="2"/>
              </a:rPr>
              <a:t>):</a:t>
            </a:r>
            <a:r>
              <a:rPr lang="en-US" sz="4800" b="1" spc="300" dirty="0">
                <a:solidFill>
                  <a:srgbClr val="FF0000"/>
                </a:solidFill>
                <a:latin typeface="Bebas Neue" panose="020B0606020202050201" pitchFamily="34" charset="0"/>
              </a:rPr>
              <a:t> </a:t>
            </a:r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song structure (</a:t>
            </a:r>
            <a:r>
              <a:rPr lang="en-US" sz="4800" b="1" spc="300" dirty="0" err="1">
                <a:solidFill>
                  <a:srgbClr val="FFC000"/>
                </a:solidFill>
                <a:latin typeface="Bebas Neue" panose="020B0606020202050201" pitchFamily="34" charset="0"/>
              </a:rPr>
              <a:t>e.g</a:t>
            </a:r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: 2x)</a:t>
            </a:r>
          </a:p>
        </p:txBody>
      </p:sp>
    </p:spTree>
    <p:extLst>
      <p:ext uri="{BB962C8B-B14F-4D97-AF65-F5344CB8AC3E}">
        <p14:creationId xmlns:p14="http://schemas.microsoft.com/office/powerpoint/2010/main" val="84836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3979-DAB2-435B-773D-06E1F5E61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63B2E3-EB0A-6F0B-AE37-509E0AE3F64B}"/>
              </a:ext>
            </a:extLst>
          </p:cNvPr>
          <p:cNvSpPr txBox="1"/>
          <p:nvPr/>
        </p:nvSpPr>
        <p:spPr>
          <a:xfrm>
            <a:off x="0" y="2090174"/>
            <a:ext cx="12192000" cy="267765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song structure: </a:t>
            </a:r>
          </a:p>
          <a:p>
            <a:pPr algn="ctr"/>
            <a:r>
              <a:rPr lang="en-US" sz="7200" b="1" spc="300" dirty="0">
                <a:latin typeface="Bebas Neue" panose="020B0606020202050201" pitchFamily="34" charset="0"/>
              </a:rPr>
              <a:t>SONG LYRICS </a:t>
            </a:r>
            <a:r>
              <a:rPr lang="en-US" sz="7200" b="1" spc="300" dirty="0" err="1">
                <a:latin typeface="Bebas Neue" panose="020B0606020202050201" pitchFamily="34" charset="0"/>
              </a:rPr>
              <a:t>HERe</a:t>
            </a:r>
            <a:endParaRPr lang="en-US" sz="7200" b="1" spc="300" dirty="0">
              <a:latin typeface="Bebas Neue" panose="020B0606020202050201" pitchFamily="34" charset="0"/>
            </a:endParaRPr>
          </a:p>
          <a:p>
            <a:pPr algn="ctr"/>
            <a:r>
              <a:rPr lang="en-US" sz="4800" b="1" spc="300" dirty="0">
                <a:solidFill>
                  <a:srgbClr val="FF0000"/>
                </a:solidFill>
                <a:latin typeface="Bebas Neue" panose="020B0606020202050201" pitchFamily="34" charset="0"/>
              </a:rPr>
              <a:t>Next: </a:t>
            </a:r>
            <a:r>
              <a:rPr lang="en-US" sz="48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bible verse</a:t>
            </a:r>
          </a:p>
        </p:txBody>
      </p:sp>
    </p:spTree>
    <p:extLst>
      <p:ext uri="{BB962C8B-B14F-4D97-AF65-F5344CB8AC3E}">
        <p14:creationId xmlns:p14="http://schemas.microsoft.com/office/powerpoint/2010/main" val="2994553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B705B-3B4E-C134-3E96-7133D9F3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A13668-0801-A5F2-3A4D-03D6EC13EBA3}"/>
              </a:ext>
            </a:extLst>
          </p:cNvPr>
          <p:cNvSpPr txBox="1"/>
          <p:nvPr/>
        </p:nvSpPr>
        <p:spPr>
          <a:xfrm>
            <a:off x="0" y="2090172"/>
            <a:ext cx="12192000" cy="267765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48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Bible verse: </a:t>
            </a:r>
            <a:r>
              <a:rPr lang="en-US" sz="48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BOOK 1:23 VERSION</a:t>
            </a:r>
          </a:p>
          <a:p>
            <a:pPr algn="ctr"/>
            <a:r>
              <a:rPr lang="en-US" sz="7200" b="1" spc="300" dirty="0">
                <a:latin typeface="Bebas Neue" panose="020B0606020202050201" pitchFamily="34" charset="0"/>
              </a:rPr>
              <a:t>VERSE HERE</a:t>
            </a:r>
            <a:br>
              <a:rPr lang="en-US" sz="6500" b="1" spc="300" dirty="0">
                <a:latin typeface="Bebas Neue" panose="020B0606020202050201" pitchFamily="34" charset="0"/>
              </a:rPr>
            </a:br>
            <a:r>
              <a:rPr lang="en-US" sz="4800" b="1" spc="300" dirty="0">
                <a:solidFill>
                  <a:srgbClr val="FF0000"/>
                </a:solidFill>
                <a:latin typeface="Bebas Neue" panose="020B0606020202050201" pitchFamily="34" charset="0"/>
              </a:rPr>
              <a:t>next song: </a:t>
            </a:r>
            <a:r>
              <a:rPr lang="en-US" sz="48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SONG NAME</a:t>
            </a:r>
          </a:p>
        </p:txBody>
      </p:sp>
    </p:spTree>
    <p:extLst>
      <p:ext uri="{BB962C8B-B14F-4D97-AF65-F5344CB8AC3E}">
        <p14:creationId xmlns:p14="http://schemas.microsoft.com/office/powerpoint/2010/main" val="183128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4B1-43D7-87BE-AFC9-C2088B6D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7B65EC-4909-A37A-866C-3B7B1BF6AB38}"/>
              </a:ext>
            </a:extLst>
          </p:cNvPr>
          <p:cNvSpPr txBox="1"/>
          <p:nvPr/>
        </p:nvSpPr>
        <p:spPr>
          <a:xfrm>
            <a:off x="0" y="428177"/>
            <a:ext cx="12192000" cy="600164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60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I give my praise </a:t>
            </a:r>
            <a:r>
              <a:rPr lang="en-US" sz="60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verse 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spc="300" dirty="0">
                <a:latin typeface="Bebas Neue" panose="020B0606020202050201" pitchFamily="34" charset="0"/>
              </a:rPr>
              <a:t>Almighty God We want to praise You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For all the things You've done for us You've shed Your blood,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To take away all our sins and shame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NEXT: </a:t>
            </a: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bridge</a:t>
            </a:r>
            <a:endParaRPr kumimoji="0" lang="en-US" sz="6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17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D1A58-3F86-2408-F001-7B437857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25357E-26B9-3464-E28B-2AE1EA166B74}"/>
              </a:ext>
            </a:extLst>
          </p:cNvPr>
          <p:cNvSpPr txBox="1"/>
          <p:nvPr/>
        </p:nvSpPr>
        <p:spPr>
          <a:xfrm>
            <a:off x="0" y="-79654"/>
            <a:ext cx="12192000" cy="701730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60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bridge: (3x)</a:t>
            </a:r>
          </a:p>
          <a:p>
            <a:pPr lvl="0" algn="ctr">
              <a:defRPr/>
            </a:pPr>
            <a:r>
              <a:rPr lang="en-US" sz="6600" b="1" spc="300" dirty="0">
                <a:latin typeface="Bebas Neue" panose="020B0606020202050201" pitchFamily="34" charset="0"/>
              </a:rPr>
              <a:t>We will worship </a:t>
            </a:r>
            <a:r>
              <a:rPr lang="en-US" sz="6600" b="1" spc="300" dirty="0" err="1">
                <a:latin typeface="Bebas Neue" panose="020B0606020202050201" pitchFamily="34" charset="0"/>
              </a:rPr>
              <a:t>til</a:t>
            </a:r>
            <a:r>
              <a:rPr lang="en-US" sz="6600" b="1" spc="300" dirty="0">
                <a:latin typeface="Bebas Neue" panose="020B0606020202050201" pitchFamily="34" charset="0"/>
              </a:rPr>
              <a:t>’ tomorrow comes Forever we’ll sing our praises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to You In Your presence You have changed our lives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Now we’re ready to go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repeat: </a:t>
            </a: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bridge (2x)</a:t>
            </a:r>
            <a:endParaRPr kumimoji="0" lang="en-US" sz="6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5133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C8422-F313-A82F-6821-76E84FFB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F701AB-2C48-D757-3CFC-F005E6F66D0C}"/>
              </a:ext>
            </a:extLst>
          </p:cNvPr>
          <p:cNvSpPr txBox="1"/>
          <p:nvPr/>
        </p:nvSpPr>
        <p:spPr>
          <a:xfrm>
            <a:off x="0" y="-79654"/>
            <a:ext cx="12192000" cy="701730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60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bridge: (2x)</a:t>
            </a:r>
          </a:p>
          <a:p>
            <a:pPr lvl="0" algn="ctr">
              <a:defRPr/>
            </a:pPr>
            <a:r>
              <a:rPr lang="en-US" sz="6600" b="1" spc="300" dirty="0">
                <a:latin typeface="Bebas Neue" panose="020B0606020202050201" pitchFamily="34" charset="0"/>
              </a:rPr>
              <a:t>We will worship </a:t>
            </a:r>
            <a:r>
              <a:rPr lang="en-US" sz="6600" b="1" spc="300" dirty="0" err="1">
                <a:latin typeface="Bebas Neue" panose="020B0606020202050201" pitchFamily="34" charset="0"/>
              </a:rPr>
              <a:t>til</a:t>
            </a:r>
            <a:r>
              <a:rPr lang="en-US" sz="6600" b="1" spc="300" dirty="0">
                <a:latin typeface="Bebas Neue" panose="020B0606020202050201" pitchFamily="34" charset="0"/>
              </a:rPr>
              <a:t>’ tomorrow comes Forever we’ll sing our praises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to You In Your presence You have changed our lives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Now we’re ready to go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repeat: </a:t>
            </a: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bridge (last)</a:t>
            </a:r>
            <a:endParaRPr kumimoji="0" lang="en-US" sz="6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31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268DB-9433-1265-F92A-DEF00B59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30C0B9-3405-1131-D673-385AD49B1557}"/>
              </a:ext>
            </a:extLst>
          </p:cNvPr>
          <p:cNvSpPr txBox="1"/>
          <p:nvPr/>
        </p:nvSpPr>
        <p:spPr>
          <a:xfrm>
            <a:off x="0" y="-79654"/>
            <a:ext cx="12192000" cy="701730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60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bridge: (last)</a:t>
            </a:r>
          </a:p>
          <a:p>
            <a:pPr lvl="0" algn="ctr">
              <a:defRPr/>
            </a:pPr>
            <a:r>
              <a:rPr lang="en-US" sz="6600" b="1" spc="300" dirty="0">
                <a:latin typeface="Bebas Neue" panose="020B0606020202050201" pitchFamily="34" charset="0"/>
              </a:rPr>
              <a:t>We will worship </a:t>
            </a:r>
            <a:r>
              <a:rPr lang="en-US" sz="6600" b="1" spc="300" dirty="0" err="1">
                <a:latin typeface="Bebas Neue" panose="020B0606020202050201" pitchFamily="34" charset="0"/>
              </a:rPr>
              <a:t>til</a:t>
            </a:r>
            <a:r>
              <a:rPr lang="en-US" sz="6600" b="1" spc="300" dirty="0">
                <a:latin typeface="Bebas Neue" panose="020B0606020202050201" pitchFamily="34" charset="0"/>
              </a:rPr>
              <a:t>’ tomorrow comes Forever we’ll sing our praises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to You In Your presence You have changed our lives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Now we’re ready to go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next: </a:t>
            </a: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verse 2 </a:t>
            </a: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(acapella)</a:t>
            </a:r>
          </a:p>
        </p:txBody>
      </p:sp>
    </p:spTree>
    <p:extLst>
      <p:ext uri="{BB962C8B-B14F-4D97-AF65-F5344CB8AC3E}">
        <p14:creationId xmlns:p14="http://schemas.microsoft.com/office/powerpoint/2010/main" val="3202103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F6A4-F50D-7E07-BD79-CEE4B9D2D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14612-4B0A-75ED-DE96-FB41AF08E271}"/>
              </a:ext>
            </a:extLst>
          </p:cNvPr>
          <p:cNvSpPr txBox="1"/>
          <p:nvPr/>
        </p:nvSpPr>
        <p:spPr>
          <a:xfrm>
            <a:off x="0" y="-79653"/>
            <a:ext cx="12192000" cy="701730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60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verse 2: </a:t>
            </a:r>
            <a:r>
              <a:rPr lang="en-US" sz="6000" b="1" spc="300" dirty="0">
                <a:solidFill>
                  <a:srgbClr val="00B050"/>
                </a:solidFill>
                <a:latin typeface="Bebas Neue" panose="020B0606020202050201" pitchFamily="34" charset="0"/>
              </a:rPr>
              <a:t>(acapella) </a:t>
            </a:r>
            <a:br>
              <a:rPr lang="en-US" sz="6000" b="1" spc="300" dirty="0">
                <a:solidFill>
                  <a:srgbClr val="00B050"/>
                </a:solidFill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Unfailing God </a:t>
            </a:r>
          </a:p>
          <a:p>
            <a:pPr algn="ctr"/>
            <a:r>
              <a:rPr lang="en-US" sz="6600" b="1" spc="300" dirty="0">
                <a:latin typeface="Bebas Neue" panose="020B0606020202050201" pitchFamily="34" charset="0"/>
              </a:rPr>
              <a:t>We want to thank You For your unending love for us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Your promises, They come alive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more and more in our lives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next: </a:t>
            </a: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pre-chorus </a:t>
            </a: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(solo </a:t>
            </a:r>
            <a:r>
              <a:rPr kumimoji="0" lang="en-US" sz="6000" b="1" i="0" u="none" strike="noStrike" kern="1200" cap="none" spc="30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wl</a:t>
            </a: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7281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86F4A-DF54-FCB4-E5FA-054328BB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033244-DCA4-C07D-F3CE-951C63AC1438}"/>
              </a:ext>
            </a:extLst>
          </p:cNvPr>
          <p:cNvSpPr txBox="1"/>
          <p:nvPr/>
        </p:nvSpPr>
        <p:spPr>
          <a:xfrm>
            <a:off x="0" y="428178"/>
            <a:ext cx="12192000" cy="600164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60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pre-chorus: </a:t>
            </a:r>
            <a:r>
              <a:rPr lang="en-US" sz="6000" b="1" spc="300" dirty="0">
                <a:solidFill>
                  <a:srgbClr val="00B050"/>
                </a:solidFill>
                <a:latin typeface="Bebas Neue" panose="020B0606020202050201" pitchFamily="34" charset="0"/>
              </a:rPr>
              <a:t>(solo </a:t>
            </a:r>
            <a:r>
              <a:rPr lang="en-US" sz="6000" b="1" spc="300" dirty="0" err="1">
                <a:solidFill>
                  <a:srgbClr val="00B050"/>
                </a:solidFill>
                <a:latin typeface="Bebas Neue" panose="020B0606020202050201" pitchFamily="34" charset="0"/>
              </a:rPr>
              <a:t>wl</a:t>
            </a:r>
            <a:r>
              <a:rPr lang="en-US" sz="6000" b="1" spc="300" dirty="0">
                <a:solidFill>
                  <a:srgbClr val="00B050"/>
                </a:solidFill>
                <a:latin typeface="Bebas Neue" panose="020B0606020202050201" pitchFamily="34" charset="0"/>
              </a:rPr>
              <a:t>) </a:t>
            </a:r>
            <a:br>
              <a:rPr lang="en-US" sz="6000" b="1" spc="300" dirty="0">
                <a:solidFill>
                  <a:srgbClr val="00B050"/>
                </a:solidFill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To You be all the glory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and the praise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We raise our hands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and shout Your Name!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next: </a:t>
            </a:r>
            <a:r>
              <a:rPr kumimoji="0" lang="en-US" sz="6000" b="1" i="0" u="none" strike="noStrike" kern="120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chorus</a:t>
            </a:r>
            <a:endParaRPr kumimoji="0" lang="en-US" sz="6000" b="1" i="0" u="none" strike="noStrike" kern="1200" cap="none" spc="30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957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7B64-41AC-2A62-3707-2FBC3F95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E6B50-5747-2F2C-4143-E6C1DA09BEE2}"/>
              </a:ext>
            </a:extLst>
          </p:cNvPr>
          <p:cNvSpPr txBox="1"/>
          <p:nvPr/>
        </p:nvSpPr>
        <p:spPr>
          <a:xfrm>
            <a:off x="0" y="889844"/>
            <a:ext cx="12192000" cy="507831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60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chorus</a:t>
            </a:r>
            <a:br>
              <a:rPr lang="en-US" sz="6000" b="1" spc="300" dirty="0">
                <a:solidFill>
                  <a:srgbClr val="FFC000"/>
                </a:solidFill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Yahweh oh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r>
              <a:rPr lang="en-US" sz="6600" b="1" spc="300" dirty="0">
                <a:latin typeface="Bebas Neue" panose="020B0606020202050201" pitchFamily="34" charset="0"/>
              </a:rPr>
              <a:t>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r>
              <a:rPr lang="en-US" sz="6600" b="1" spc="300" dirty="0">
                <a:latin typeface="Bebas Neue" panose="020B0606020202050201" pitchFamily="34" charset="0"/>
              </a:rPr>
              <a:t>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Yahweh oh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r>
              <a:rPr lang="en-US" sz="6600" b="1" spc="300" dirty="0">
                <a:latin typeface="Bebas Neue" panose="020B0606020202050201" pitchFamily="34" charset="0"/>
              </a:rPr>
              <a:t>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Yahweh oh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r>
              <a:rPr lang="en-US" sz="6600" b="1" spc="300" dirty="0">
                <a:latin typeface="Bebas Neue" panose="020B0606020202050201" pitchFamily="34" charset="0"/>
              </a:rPr>
              <a:t>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r>
              <a:rPr lang="en-US" sz="6600" b="1" spc="300" dirty="0">
                <a:latin typeface="Bebas Neue" panose="020B0606020202050201" pitchFamily="34" charset="0"/>
              </a:rPr>
              <a:t>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r>
              <a:rPr lang="en-US" sz="6600" b="1" spc="300" dirty="0">
                <a:latin typeface="Bebas Neue" panose="020B0606020202050201" pitchFamily="34" charset="0"/>
              </a:rPr>
              <a:t>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woah Oh woah</a:t>
            </a:r>
            <a:endParaRPr kumimoji="0" lang="en-US" sz="6000" b="1" i="0" u="none" strike="noStrike" kern="1200" cap="none" spc="30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67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0FE09-A0B8-0CFC-CD74-33595626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F8A2B8-674E-7B82-D8C7-0CE7606DFFFD}"/>
              </a:ext>
            </a:extLst>
          </p:cNvPr>
          <p:cNvSpPr txBox="1"/>
          <p:nvPr/>
        </p:nvSpPr>
        <p:spPr>
          <a:xfrm>
            <a:off x="0" y="382013"/>
            <a:ext cx="12192000" cy="609397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6600" b="1" spc="300" dirty="0">
                <a:latin typeface="Bebas Neue" panose="020B0606020202050201" pitchFamily="34" charset="0"/>
              </a:rPr>
              <a:t>Yahweh oh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Yahweh oh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Yahweh oh </a:t>
            </a:r>
            <a:r>
              <a:rPr lang="en-US" sz="6600" b="1" spc="300" dirty="0" err="1">
                <a:latin typeface="Bebas Neue" panose="020B0606020202050201" pitchFamily="34" charset="0"/>
              </a:rPr>
              <a:t>oh</a:t>
            </a:r>
            <a:r>
              <a:rPr lang="en-US" sz="6600" b="1" spc="300" dirty="0">
                <a:latin typeface="Bebas Neue" panose="020B0606020202050201" pitchFamily="34" charset="0"/>
              </a:rPr>
              <a:t> 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latin typeface="Bebas Neue" panose="020B0606020202050201" pitchFamily="34" charset="0"/>
              </a:rPr>
              <a:t>woah Oh woah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solidFill>
                  <a:srgbClr val="00B050"/>
                </a:solidFill>
                <a:latin typeface="Bebas Neue" panose="020B0606020202050201" pitchFamily="34" charset="0"/>
              </a:rPr>
              <a:t>Yahweh! Yahweh! (8x)</a:t>
            </a:r>
            <a:br>
              <a:rPr lang="en-US" sz="6600" b="1" spc="300" dirty="0">
                <a:latin typeface="Bebas Neue" panose="020B0606020202050201" pitchFamily="34" charset="0"/>
              </a:rPr>
            </a:br>
            <a:r>
              <a:rPr lang="en-US" sz="6000" b="1" spc="300" dirty="0">
                <a:solidFill>
                  <a:srgbClr val="FF0000"/>
                </a:solidFill>
                <a:latin typeface="Bebas Neue" panose="020B0606020202050201" pitchFamily="34" charset="0"/>
              </a:rPr>
              <a:t>NEXT: </a:t>
            </a:r>
            <a:r>
              <a:rPr lang="en-US" sz="60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bible verse</a:t>
            </a:r>
          </a:p>
        </p:txBody>
      </p:sp>
    </p:spTree>
    <p:extLst>
      <p:ext uri="{BB962C8B-B14F-4D97-AF65-F5344CB8AC3E}">
        <p14:creationId xmlns:p14="http://schemas.microsoft.com/office/powerpoint/2010/main" val="1953394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4B1-43D7-87BE-AFC9-C2088B6D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7B65EC-4909-A37A-866C-3B7B1BF6AB38}"/>
              </a:ext>
            </a:extLst>
          </p:cNvPr>
          <p:cNvSpPr txBox="1"/>
          <p:nvPr/>
        </p:nvSpPr>
        <p:spPr>
          <a:xfrm>
            <a:off x="0" y="874455"/>
            <a:ext cx="12192000" cy="510909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65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Bible verse: </a:t>
            </a:r>
            <a:r>
              <a:rPr lang="en-US" sz="6500" b="1" spc="300" dirty="0">
                <a:solidFill>
                  <a:srgbClr val="FFC000"/>
                </a:solidFill>
                <a:latin typeface="Bebas Neue" panose="020B0606020202050201" pitchFamily="34" charset="0"/>
              </a:rPr>
              <a:t>Ephesians 4:12 Niv</a:t>
            </a:r>
          </a:p>
          <a:p>
            <a:pPr algn="ctr"/>
            <a:r>
              <a:rPr lang="en-US" sz="6500" b="1" spc="300" dirty="0">
                <a:latin typeface="Bebas Neue" panose="020B0606020202050201" pitchFamily="34" charset="0"/>
              </a:rPr>
              <a:t>to equip his people for works of service, so that the body of Christ may be built up</a:t>
            </a:r>
            <a:br>
              <a:rPr lang="en-US" sz="6500" b="1" spc="300" dirty="0">
                <a:latin typeface="Bebas Neue" panose="020B0606020202050201" pitchFamily="34" charset="0"/>
              </a:rPr>
            </a:br>
            <a:r>
              <a:rPr lang="en-US" sz="6600" b="1" spc="300" dirty="0">
                <a:solidFill>
                  <a:srgbClr val="FF0000"/>
                </a:solidFill>
                <a:latin typeface="Bebas Neue" panose="020B0606020202050201" pitchFamily="34" charset="0"/>
              </a:rPr>
              <a:t>next song: </a:t>
            </a:r>
            <a:r>
              <a:rPr lang="en-US" sz="6600" b="1" spc="300" dirty="0">
                <a:solidFill>
                  <a:srgbClr val="00B0F0"/>
                </a:solidFill>
                <a:latin typeface="Bebas Neue" panose="020B0606020202050201" pitchFamily="34" charset="0"/>
              </a:rPr>
              <a:t>been so good</a:t>
            </a:r>
          </a:p>
        </p:txBody>
      </p:sp>
    </p:spTree>
    <p:extLst>
      <p:ext uri="{BB962C8B-B14F-4D97-AF65-F5344CB8AC3E}">
        <p14:creationId xmlns:p14="http://schemas.microsoft.com/office/powerpoint/2010/main" val="2004101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510</TotalTime>
  <Words>400</Words>
  <Application>Microsoft Macintosh PowerPoint</Application>
  <PresentationFormat>Widescreen</PresentationFormat>
  <Paragraphs>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Bebas Neue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vergara.joseah13@gmail.com</dc:creator>
  <cp:lastModifiedBy>Leeyam S Dela Vega</cp:lastModifiedBy>
  <cp:revision>8</cp:revision>
  <dcterms:created xsi:type="dcterms:W3CDTF">2026-05-21T01:01:58Z</dcterms:created>
  <dcterms:modified xsi:type="dcterms:W3CDTF">2026-09-08T14:57:30Z</dcterms:modified>
</cp:coreProperties>
</file>